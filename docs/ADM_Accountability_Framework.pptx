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ADM Accountability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Governance, Risk, and Strategic Oversight</a:t>
            </a:r>
            <a:br/>
            <a:r>
              <a:t>Health Canada / PHAC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Why ADM Accountability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AI adoption is accelerating across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Risks: privacy, bias, security, reputation, operational impact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ADM accountability anchors trust, compliance, and outcomes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Key point: AI is a program accountability issue — not just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Policy and Strategy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TBS AI Strategy: Responsible, Human-centred, Collaborative, AI-ready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HC AI Strategy: People, Policy, Data, Technology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Directive on Automated Decision-Making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AI Accelerator, PATH, HAIL, AI Use Case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Core ADM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ADM is accountable for AI use within their program: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Outcomes, risks, compliance, and public trust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Cannot be delegated to IT or vendors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What ADMs Are Responsible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Strategic alignment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Risk acceptance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Privacy &amp; security oversight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Data stewardship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Human oversight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Benefits realization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What ADMs Are NOT Responsible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NOT Responsible: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Model selection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Platform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ADMs ARE Responsible: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Decision authority, Risk ownership, Program outcomes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RACI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ADM: Accountable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OCDO: Governance &amp; oversight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DTB/TPO/EA: Platforms &amp;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Security/Privacy: Assurance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Program Teams: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ADM Decision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1. Intake — define problem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2. Assessment — validate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3. Design — confirm oversight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4. Deployment — accept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5. Operations — monitor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Guardrails ADMs Should Require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Data: FAIR, classified, approved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Security: Protected B, residency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Responsible AI: bias, transparency, HITL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Architecture: enterprise platforms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Risks if ADM Role is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Shadow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No ownership of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Compliance duplication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Loss of auditability and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Target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ADM: program accountability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OCDO: governance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DTB/TPO/EA: platforms +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PATH/HAIL: runtime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Data governance: control plane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Formalize ADM accountability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Embed into AI Accelerator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Align ARB/TPO with risk ownership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• Prioritize enterprise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defRPr sz="4000" b="1">
                <a:solidFill>
                  <a:srgbClr val="FFFFFF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Clear accountability enables safe innovation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595959"/>
                </a:solidFill>
              </a:defRPr>
            </a:pPr>
            <a:r>
              <a:t>Autonomy within guardrails — not fragmentation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